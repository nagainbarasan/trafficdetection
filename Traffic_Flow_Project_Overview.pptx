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Traffic Flow Prediction Using Pretrained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Real-time Computer Vision, Tracking, and Forecasting</a:t>
            </a:r>
          </a:p>
          <a:p>
            <a:r>
              <a:t>Using YOLOv8, ByteTrack, and Holt's Trend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Computer Vision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Real-time frame processing from actual video footage</a:t>
            </a:r>
          </a:p>
          <a:p>
            <a:pPr lvl="1"/>
            <a:r>
              <a:t>OpenCV VideoCapture: Efficient frame-by-frame extraction</a:t>
            </a:r>
          </a:p>
          <a:p>
            <a:pPr lvl="1"/>
            <a:r>
              <a:t>YOLO (yolo26s.pt): High-accuracy pretrained vehicle detection</a:t>
            </a:r>
          </a:p>
          <a:p>
            <a:pPr lvl="1"/>
            <a:r>
              <a:t>ByteTrack: Persistent multi-object tracking IDs</a:t>
            </a:r>
          </a:p>
          <a:p>
            <a:pPr lvl="1"/>
            <a:r>
              <a:t>Real-time AI annotation directly on the live frames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Bidirectional Geometric Counting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Accurate vehicle counting and direction assignment</a:t>
            </a:r>
          </a:p>
          <a:p>
            <a:pPr lvl="1"/>
            <a:r>
              <a:t>Configurable Counting Line: Adjustable via UI slider</a:t>
            </a:r>
          </a:p>
          <a:p>
            <a:pPr lvl="1"/>
            <a:r>
              <a:t>Vector Math (Cross Product): Determines line crossings geometrically</a:t>
            </a:r>
          </a:p>
          <a:p>
            <a:pPr lvl="1"/>
            <a:r>
              <a:t>Direction Tracking: Distinguishes Forward vs Reverse flow</a:t>
            </a:r>
          </a:p>
          <a:p>
            <a:pPr lvl="1"/>
            <a:r>
              <a:t>Duplicate Prevention: Prevents multiple counts for slow vehicles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Empirical Time-Series Forecasting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Forecasting based on actual observed video data</a:t>
            </a:r>
          </a:p>
          <a:p>
            <a:pPr lvl="1"/>
            <a:r>
              <a:t>Time Windows: Aggregating crossings every 10 seconds</a:t>
            </a:r>
          </a:p>
          <a:p>
            <a:pPr lvl="1"/>
            <a:r>
              <a:t>Algorithm: Holt's Damped Linear Trend</a:t>
            </a:r>
          </a:p>
          <a:p>
            <a:pPr lvl="1"/>
            <a:r>
              <a:t>Damping Factor (φ = 0.85): Smooths predictions over time</a:t>
            </a:r>
          </a:p>
          <a:p>
            <a:pPr lvl="1"/>
            <a:r>
              <a:t>Horizons: Predicts 1-min, 5-min, and 10-min future flow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Modern, modular, and performant backend</a:t>
            </a:r>
          </a:p>
          <a:p>
            <a:pPr lvl="1"/>
            <a:r>
              <a:t>Python &amp; Flask: Asynchronous video processing and REST APIs</a:t>
            </a:r>
          </a:p>
          <a:p>
            <a:pPr lvl="1"/>
            <a:r>
              <a:t>SQLite Database: Isolated video sessions and historical metrics</a:t>
            </a:r>
          </a:p>
          <a:p>
            <a:pPr lvl="1"/>
            <a:r>
              <a:t>Hardware Acceleration: PyTorch with CUDA for RTX GPUs</a:t>
            </a:r>
          </a:p>
          <a:p>
            <a:pPr lvl="1"/>
            <a:r>
              <a:t>Frontend Integration: Dynamic JS fetching and Chart.js rendering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&amp; UI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Single consolidated real-time analytics interface</a:t>
            </a:r>
          </a:p>
          <a:p>
            <a:pPr lvl="1"/>
            <a:r>
              <a:t>Single AI Video Panel: Directly displays MJPEG stream</a:t>
            </a:r>
          </a:p>
          <a:p>
            <a:pPr lvl="1"/>
            <a:r>
              <a:t>Dynamic Line Controls: Preset profiles (Highway/City) &amp; Reverse toggle</a:t>
            </a:r>
          </a:p>
          <a:p>
            <a:pPr lvl="1"/>
            <a:r>
              <a:t>Live Key Performance Indicators (KPIs): FPS, Model, Device</a:t>
            </a:r>
          </a:p>
          <a:p>
            <a:pPr lvl="1"/>
            <a:r>
              <a:t>Visualizations: Time-series volume flow and vehicle class distributions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&amp; Benchmarking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Reliable real-time operation</a:t>
            </a:r>
          </a:p>
          <a:p>
            <a:pPr lvl="1"/>
            <a:r>
              <a:t>CUDA Acceleration: Achieving real-time inference speeds</a:t>
            </a:r>
          </a:p>
          <a:p>
            <a:pPr lvl="1"/>
            <a:r>
              <a:t>Flexible Model Usage: Switch between Nano, Small, and Medium weights</a:t>
            </a:r>
          </a:p>
          <a:p>
            <a:pPr lvl="1"/>
            <a:r>
              <a:t>Automated Benchmarking Script: Verifies FPS, latency, and counts</a:t>
            </a:r>
          </a:p>
          <a:p>
            <a:pPr lvl="1"/>
            <a:r>
              <a:t>No Synthetic Generation: Strict reliance on true video processing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